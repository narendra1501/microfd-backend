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Micro-Feedback System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Micro-Feedback System Website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Enhancing Learning Through Continuous Feedback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Presented by: [Your Name]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web-based platform for students and teachers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Designed to collect quick and structured feedback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Improves communication and learning efficiency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Statement &amp;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Problems: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2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Delayed or missing feedback</a:t>
            </a:r>
            <a:endParaRPr lang="en-US" sz="2200" dirty="0"/>
          </a:p>
          <a:p>
            <a:pPr>
              <a:lnSpc>
                <a:spcPts val="32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Lack of student engagement</a:t>
            </a:r>
            <a:endParaRPr lang="en-US" sz="2200" dirty="0"/>
          </a:p>
          <a:p>
            <a:pPr>
              <a:lnSpc>
                <a:spcPts val="32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proper doubt clarification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Solution: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0" y="2011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2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Micro-feedback with instant response system</a:t>
            </a:r>
            <a:endParaRPr lang="en-US" sz="2200" dirty="0"/>
          </a:p>
          <a:p>
            <a:pPr>
              <a:lnSpc>
                <a:spcPts val="32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Structured dashboards for users</a:t>
            </a:r>
            <a:endParaRPr lang="en-US" sz="2200" dirty="0"/>
          </a:p>
          <a:p>
            <a:pPr>
              <a:lnSpc>
                <a:spcPts val="32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Integrated doubt clearing module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371600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74520" y="2560320"/>
            <a:ext cx="18288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286000"/>
            <a:ext cx="1371600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520440" y="2560320"/>
            <a:ext cx="18288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1" name="Shape 9"/>
          <p:cNvSpPr/>
          <p:nvPr/>
        </p:nvSpPr>
        <p:spPr>
          <a:xfrm>
            <a:off x="3749040" y="2286000"/>
            <a:ext cx="1371600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66360" y="2560320"/>
            <a:ext cx="18288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4" name="Shape 12"/>
          <p:cNvSpPr/>
          <p:nvPr/>
        </p:nvSpPr>
        <p:spPr>
          <a:xfrm>
            <a:off x="5394960" y="2286000"/>
            <a:ext cx="1371600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Feedback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12280" y="2560320"/>
            <a:ext cx="182880" cy="18288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0" y="2286000"/>
            <a:ext cx="1371600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Doubts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657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32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Simple and intuitive navigation</a:t>
            </a:r>
            <a:endParaRPr lang="en-US" sz="2200" dirty="0"/>
          </a:p>
          <a:p>
            <a:pPr>
              <a:lnSpc>
                <a:spcPts val="32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Smooth user experience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 login with email and password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Clean and minimal interface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authentication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Login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Password Reset &amp; OTP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Forgot password option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OTP sent to registered email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OTP verification process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Reset password and re-login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Dashboard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Sections: Units, Feedback, Doubts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Easy navigation and clean layout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Student-friendly design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 unit-wise notes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Answer 6 feedback questions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 and track doubts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Continuous learning support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Teacher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Teacher Dashboard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Central control panel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 student activity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Manage learning content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Teacher Module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Teacher Features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Upload unit materials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Analyze feedback responses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Respond to student doubts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Track performance insights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Feedback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structured questions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Quick and easy responses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Helps measure understanding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Doubt Clearing System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Students submit queries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Teachers provide answers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Improves clarity and interaction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8CF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Core System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Insights &amp; Tracking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Monitor student performance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Identify weak areas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 teaching strategies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011680"/>
            <a:ext cx="13716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Secure login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2011680"/>
            <a:ext cx="13716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20116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Dashboard-based navigation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383280"/>
            <a:ext cx="137160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83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interaction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572000" y="338328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3383280"/>
            <a:ext cx="137160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383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User-friendly interface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Enhances student-teacher communication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Provides structured feedback system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Improves overall learning experience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28600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AI-based feedback analysis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chat system</a:t>
            </a:r>
            <a:endParaRPr lang="en-US" sz="2200" dirty="0"/>
          </a:p>
          <a:p>
            <a:pPr>
              <a:lnSpc>
                <a:spcPts val="4400"/>
              </a:lnSpc>
            </a:pPr>
            <a:r>
              <a:rPr lang="en-US" sz="2200" dirty="0">
                <a:solidFill>
                  <a:srgbClr val="F8FAF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application development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Micro-Feedback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Micro-Feedback System Website</dc:title>
  <dc:subject>PptxGenJS Presentation</dc:subject>
  <dc:creator>Generated by AI</dc:creator>
  <cp:lastModifiedBy>Generated by AI</cp:lastModifiedBy>
  <cp:revision>1</cp:revision>
  <dcterms:created xsi:type="dcterms:W3CDTF">2026-04-25T13:24:08Z</dcterms:created>
  <dcterms:modified xsi:type="dcterms:W3CDTF">2026-04-25T13:24:08Z</dcterms:modified>
</cp:coreProperties>
</file>